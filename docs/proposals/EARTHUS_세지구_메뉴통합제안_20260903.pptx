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앱의 메뉴를 코드에서 직접 세어 비교했습니다. 숫자는 모두 실측값입니다.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v2가 레이어 수로는 가장 큽니다. v1은 별도 화면이 많아 메뉴 밖에도 기능이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겹치는 23개가 통합의 대상이고, 여섯 개는 셋 다 있으니 표현 규칙을 세울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처음엔 시간축이 안 지켜진다고 봤는데 그게 아니었습니다. 예보는 기본 기능이라 v1 에 있는 것이 맞고, 경계는 자료를 어디까지 다루는가입니다.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구현을 합치는 방향은 이미 코드에 적혀 있습니다. LLM 이 라우터를 부르고 문장화합니다.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기능을 앱마다 다르게 두면 유지가 안 됩니다. 자료는 한 벌, 표현만 셋입니다.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의 93개는 7씬으로도 깊습니다. 사람이 하려는 일로 묶으면 찾는 시간이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표현이 달라도 값이 다르면 안 됩니다. 그게 이 규칙의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배지 어휘는 이미 v2 에 있습니다. v1·v3 로 넓히면 세 지구가 같은 말로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1~4 는 코드 작업입니다. 5 는 이름 문제라 제품 결정입니다.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원칙 한 줄로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6035040" cy="6035040"/>
          </a:xfrm>
          <a:prstGeom prst="ellipse">
            <a:avLst/>
          </a:prstGeom>
          <a:solidFill>
            <a:srgbClr val="1B294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5720"/>
            <a:ext cx="4297680" cy="4297680"/>
          </a:xfrm>
          <a:prstGeom prst="ellipse">
            <a:avLst/>
          </a:prstGeom>
          <a:solidFill>
            <a:srgbClr val="141F33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EARTHUS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9202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지구, 하나의 엔진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구조를 실제로 세어 보고, 같은 기능이 어떻게 갈라졌는지 짚고,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문법으로 다시 세울지 제안합니다.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17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21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4617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5321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4617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5321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2026-09-03 · 코드에서 직접 센 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지구는 지금 이렇게 서 있다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자료 저장소(S3 캐시)를 쓰지만, 메뉴는 각자 자랐습니다.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77440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EARTHUS  v1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6334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earthus.net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서비스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5204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공공데이터를 받아 그대로 구현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44개 · 보고서/검증 화면 7개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예보는 기상의 기본 기능 — 여기 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15968" y="20574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2377440"/>
            <a:ext cx="384048" cy="384048"/>
          </a:xfrm>
          <a:prstGeom prst="ellipse">
            <a:avLst/>
          </a:prstGeom>
          <a:solidFill>
            <a:srgbClr val="7FB7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84648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Intelligence  v2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84648" y="26334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더 나아간다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08576" y="35204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93개 · 7씬 (준비중 4)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— 시나리오 · 앙상블 · 2100 전망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진리등급 배지 · LLM 문답 · 3D 지형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83296" y="20574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2377440"/>
            <a:ext cx="384048" cy="384048"/>
          </a:xfrm>
          <a:prstGeom prst="ellipse">
            <a:avLst/>
          </a:prstGeom>
          <a:solidFill>
            <a:srgbClr val="F0A8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51976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WONDER  v3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51976" y="26334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아이의 지구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375904" y="35204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12개 · 한 화면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공룡 · 판게아 · 충돌구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4~9세, 읽는 글 최소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상단 도구바는 오늘 세 지구에 같은 자리로 통합했습니다.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겹치고 무엇이 그 앱에만 있나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가 달라도 같은 것을 세려면 개념으로 이어야 합니다. 손으로 이어 센 값입니다.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27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∩ v2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개념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127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지구 모두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 개념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127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에만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21031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FD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3127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에만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B294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79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지구 모두 있는 여섯 가지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17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 · 비 · 기온 · 바람 · 지진 · 낙뢰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120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여기가 «같은 자료, 다른 문법» 을 세울 자리입니다.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4069080"/>
            <a:ext cx="5468112" cy="1783080"/>
          </a:xfrm>
          <a:prstGeom prst="roundRect">
            <a:avLst>
              <a:gd name="adj" fmla="val 6154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279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앱에만 있는 것의 성격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626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62686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수증기 통로 · 최고/최저기온 · 미세먼지 · 안개 · 토양수분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5010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50109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지형 · 5일 예보 · 산림감소 · 인구 타워 · Argo · 우주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394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53949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공룡 발자국 · 옛 대륙 · 운석 충돌구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축은 시간이 아니라 «자료를 어디까지 다루는가» 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전환기 문구는 현재/미래/과거로 적혀 있지만, 실제 경계는 시간이 아닙니다.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86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· 기본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받는다 · 보여준다 · 검증한다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58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공공데이터를 그대로 구현하고 출처를 밝히고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맞았는지 확인해 보고서로 낸다.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예보는 기상의 기본 기능이므로 여기 있는 것이 맞다.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205740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2860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7FB7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0288" y="2286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· 예측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697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위에서 예측한다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0358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예보를 넘어 시나리오·앙상블·전망을 만든다.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실황은 예측의 바탕으로 필요해서 갖는다.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83296" y="205740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22860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0A8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57616" y="2286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· 경이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697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아이가 만난다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30358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자료를 아이의 말과 그림으로 낸다.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공룡·옛 대륙은 여기서만.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남는 진짜 문제는 하나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736592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B294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901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실황을 두 벌로 구현하고 있다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230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가 실황을 갖는 것은 예측의 바탕이라 맞습니다. 문제는 그 실황이 v1 과 따로 자란 것입니다 —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 · 지진 · 바람 · 레이더 · 기입 모형 · 대기질 · 특보가 두 벌의 코드로 서 있습니다.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0533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고칠 것은 «어디에 두느냐» 가 아니라 «몇 벌로 구현하느냐» 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기능이 서로 모른 채 두 갈래로 자랐다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75104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물어보기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2093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· 규칙 기반 라우터 856줄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09397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· LLM(제미니) + 승인된 3D 도구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432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은 구조적으로 환각이 불가능하고, v2 는 문장으로 설명하고 장면을 옮긴다. 둘 다 옳다.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90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태풍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081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· 「태풍」 하나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30815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· 공식트랙 / 앙상블 / 유사경로 / 사건 / 시뮬 다섯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34198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사건을 한쪽은 한 줄로, 한쪽은 다섯 줄로 낸다.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5020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782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· 관광 밀도 · 명소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4069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· 서울 실시간 / 도시 타워 / 인구 조각 / 국가 인구 / 지금×거주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44074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관측(지금 사람)과 추정(거주 인구)이 이름만으로는 안 갈린다.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065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일기도 기호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5056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· 오늘 추가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50566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· 오늘 추가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5394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규칙으로 두 곳에 만들었다 — 이게 유지되려면 규칙이 한 곳에 있어야 한다.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9893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의 라우터 주석이 이미 답을 적어 두었습니다 —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«나중에 LLM 을 붙이는 날, LLM 이 하는 일은 질문 이해 → 이 라우터 호출 → 문장화다»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엔진, 세 문법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자료와 계산은 한 벌만 둡니다. 다른 것은 «누구에게 어떻게 보이는가» 뿐입니다.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B294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층 — 한 벌만 둔다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877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수집(Lambda) · S3 캐시 · 진리등급 어휘 · 질문 라우터 · 공통 상단 도구바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4747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4747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· 기본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사람: 오늘을 사는 어른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51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공공데이터를 그대로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숫자·경보·예보가 먼저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출처와 검증을 함께 낸다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15968" y="324612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0288" y="34747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7FB7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90288" y="34747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· 예측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사람: 앞을 알고 싶은 사람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90288" y="4251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예보를 넘어선다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시나리오·앙상블·전망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진리등급으로 갈라 보여준다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83296" y="324612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34747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0A8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57616" y="34747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· 경이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사람: 4~9세 아이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4251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대신 그림과 움직임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단추 하나에 개념 하나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«진짜 지금» 임을 말해준다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989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«같은 엔진, 다른 문법» — 기능을 나누는 것이 아니라 말투를 나눕니다.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메뉴 구성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한국이 언제나 먼저입니다. 공통 여섯은 세 곳 모두, 나머지는 성격에 맞는 곳 하나에만 둡니다.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· 기본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52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· 대기질 · 특보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290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예보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66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 · 바람 · 강수 (기본 기능)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050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42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태풍 · 지진 · 산불 · 쓰나미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811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18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 분석 · 태풍 결과 · 예보 검증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1572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묻기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394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→ 지구가 답한다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15968" y="214884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0288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7FB7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90288" y="2377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· 예측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2852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 재생 · 앙상블 · 시나리오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34290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전망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90288" y="3666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2100 해수면 · 산림감소 · 지진 25년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90288" y="40050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땅과 바다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4242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지형 · 해저 · 연안 침수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45811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4818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인구 · 도시 타워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90288" y="51572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90288" y="5394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진리등급 · 사건 방 · 묻기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83296" y="214884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57616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0A88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57616" y="2377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· 경이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357616" y="2852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지구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357616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 · 비 · 번개 · 기온 · 바람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357616" y="34290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땅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357616" y="3666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산맥 · 강 · 지진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357616" y="40050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 옛날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357616" y="4242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공룡 · 옛 대륙 · 충돌구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357616" y="45811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357616" y="4818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위치 · 이게 뭐야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357616" y="51572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357616" y="5394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설정은 넣을 것이 생기면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6035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 이름을 자료 이름이 아니라 «사람이 하려는 일» 로 지었습니다 — 지금 / 안전 / 시간 / 근거.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자료, 다른 문법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지구 모두 있는 여섯 가지를 어떻게 다르게 낼지 규칙으로 못박습니다.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1672" cy="3886200"/>
          </a:xfrm>
          <a:prstGeom prst="roundRect">
            <a:avLst>
              <a:gd name="adj" fmla="val 2824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· 지금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· 깊이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28116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· 경이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15184"/>
            <a:ext cx="10789920" cy="475488"/>
          </a:xfrm>
          <a:prstGeom prst="rect">
            <a:avLst/>
          </a:prstGeom>
          <a:solidFill>
            <a:srgbClr val="1B29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670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위성 영상 그대로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2670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+ 운정 높이로 세운 3D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670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뭉게구름이 흘러간다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레이더 강수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색면 + 번개 표식 · 5일 재생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물방울이 떨어진다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675888"/>
            <a:ext cx="10789920" cy="475488"/>
          </a:xfrm>
          <a:prstGeom prst="rect">
            <a:avLst/>
          </a:prstGeom>
          <a:solidFill>
            <a:srgbClr val="1B2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3730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880360" y="3730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몇 도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730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평년 대비 편차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730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덥다 · 춥다 두 색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바람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880360" y="42611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관측소 실측 화살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42611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입자 흐름 + 깃 기호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42611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바람이 분다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4736592"/>
            <a:ext cx="10789920" cy="475488"/>
          </a:xfrm>
          <a:prstGeom prst="rect">
            <a:avLst/>
          </a:prstGeom>
          <a:solidFill>
            <a:srgbClr val="1B294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4791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지진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880360" y="4791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난 것 목록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532120" y="4791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25년 이력 · 깊이 · 판 경계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47914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땅이 흔들린 곳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5321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낙뢰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880360" y="5321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60분 위치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5321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뇌우 표식 + 비 색면 위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281160" y="5321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번쩍!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126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값은 한 곳에서 오고, 말투만 셋입니다. 어느 지구에서 봐도 수는 같아야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— 세 지구가 같은 규칙을 쓴다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1B294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76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한 줄 상단바 — 오늘 통합 완료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2542032"/>
            <a:ext cx="883310" cy="347472"/>
          </a:xfrm>
          <a:prstGeom prst="roundRect">
            <a:avLst>
              <a:gd name="adj" fmla="val 50000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542032"/>
            <a:ext cx="8833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EARTHUS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5142" y="2542032"/>
            <a:ext cx="128564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5142" y="2542032"/>
            <a:ext cx="12856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3941" y="2542032"/>
            <a:ext cx="802843" cy="347472"/>
          </a:xfrm>
          <a:prstGeom prst="roundRect">
            <a:avLst>
              <a:gd name="adj" fmla="val 50000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83941" y="2542032"/>
            <a:ext cx="8028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WONDER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88536" y="2542032"/>
            <a:ext cx="918058" cy="347472"/>
          </a:xfrm>
          <a:prstGeom prst="roundRect">
            <a:avLst>
              <a:gd name="adj" fmla="val 50000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88536" y="2542032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 기능 설명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79746" y="2542032"/>
            <a:ext cx="676656" cy="347472"/>
          </a:xfrm>
          <a:prstGeom prst="roundRect">
            <a:avLst>
              <a:gd name="adj" fmla="val 50000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79746" y="2542032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  설정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29554" y="2542032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29554" y="2542032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 로그인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42709" y="25420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지구 어디서나 같은 자리. 앱마다 담기는 것만 다릅니다.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진리등급 배지 — 어휘를 하나로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39776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8FD3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3977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3977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기관이 실제로 잰 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428853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7FB7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28853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공식예보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874520" y="4288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기관이 발표한 예보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459943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45994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특보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874520" y="4599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경보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8680" y="491032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B08B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49103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874520" y="4910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 수치모델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8680" y="522122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0A88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8680" y="52212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자체분석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874520" y="52212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EARTHUS 가 유도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8680" y="553212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6B7F9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68680" y="5532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874520" y="5532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기반 · 예보 아님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3429000"/>
            <a:ext cx="5376672" cy="2377440"/>
          </a:xfrm>
          <a:prstGeom prst="roundRect">
            <a:avLst>
              <a:gd name="adj" fmla="val 4615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세 지구가 함께 지키는 것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39776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값은 0 이 아니라 «비운다»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관측과 예측을 같은 밝기로 그리지 않는다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변환한 것은 변환했다고 카드에 적는다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한국이 언제나 먼저 — 메뉴·목록·도시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어두운 배경 · 값에만 색을 쓴다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무엇부터 하면 되는가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값싼 것부터, 그리고 되돌리기 어려운 것은 나중에.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676656"/>
          </a:xfrm>
          <a:prstGeom prst="roundRect">
            <a:avLst>
              <a:gd name="adj" fmla="val 16216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49424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85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실황을 한 벌로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597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구름·지진·바람·레이더·기입 모형을 공용 모듈로. 지금은 v1·v2 가 각자 구현하고 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11091672" cy="676656"/>
          </a:xfrm>
          <a:prstGeom prst="roundRect">
            <a:avLst>
              <a:gd name="adj" fmla="val 16216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044952"/>
            <a:ext cx="384048" cy="384048"/>
          </a:xfrm>
          <a:prstGeom prst="ellipse">
            <a:avLst/>
          </a:prstGeom>
          <a:solidFill>
            <a:srgbClr val="7FB7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9809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묻기를 하나로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552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7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통합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30815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라우터를 공용으로 올리고 v2 LLM 이 그것을 부르게 한다. v1 주석이 예언한 구조 그대로.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11091672" cy="676656"/>
          </a:xfrm>
          <a:prstGeom prst="roundRect">
            <a:avLst>
              <a:gd name="adj" fmla="val 16216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840480"/>
            <a:ext cx="384048" cy="384048"/>
          </a:xfrm>
          <a:prstGeom prst="ellipse">
            <a:avLst/>
          </a:prstGeom>
          <a:solidFill>
            <a:srgbClr val="F0A8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776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진리등급 어휘 통일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0507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A8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통일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38770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의 배지 어휘를 v1·v3 로. 같은 자료가 세 곳에서 같은 이름으로 불린다.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489704"/>
            <a:ext cx="11091672" cy="676656"/>
          </a:xfrm>
          <a:prstGeom prst="roundRect">
            <a:avLst>
              <a:gd name="adj" fmla="val 16216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636008"/>
            <a:ext cx="384048" cy="384048"/>
          </a:xfrm>
          <a:prstGeom prst="ellipse">
            <a:avLst/>
          </a:prstGeom>
          <a:solidFill>
            <a:srgbClr val="8FD3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여섯의 문법 확정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846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D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46725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구름·비·기온·바람·지진·낙뢰를 세 문법으로 못박고 v3 를 그 기준으로 채운다.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285232"/>
            <a:ext cx="11091672" cy="676656"/>
          </a:xfrm>
          <a:prstGeom prst="roundRect">
            <a:avLst>
              <a:gd name="adj" fmla="val 16216"/>
            </a:avLst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5431536"/>
            <a:ext cx="384048" cy="384048"/>
          </a:xfrm>
          <a:prstGeom prst="ellipse">
            <a:avLst/>
          </a:prstGeom>
          <a:solidFill>
            <a:srgbClr val="B08B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4672" y="5431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5367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전환기 문구를 실제에 맞춘다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56418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8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114800" y="54681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현재/미래/과거 대신 기본 · 예측 · 경이. 축이 시간이 아니라 자료를 어디까지 다루는가이기 때문.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1828800"/>
            <a:ext cx="6766560" cy="6766560"/>
          </a:xfrm>
          <a:prstGeom prst="ellipse">
            <a:avLst/>
          </a:prstGeom>
          <a:solidFill>
            <a:srgbClr val="141F33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0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74920" y="26060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나누지 말고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E8EE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말투를 나눈다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102352" y="4206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자료와 계산은 한 벌. 세 지구는 같은 값을 다른 말투로 낸다.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D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지구에서 봐도 수는 같아야 하고, 없는 값은 어디서도 채우지 않는다.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102352" y="5760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EARTHUS · 2026-09-03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EARTHUS 세 지구 — 메뉴 구조 분석과 통합 제안</dc:title>
  <dc:subject>PptxGenJS Presentation</dc:subject>
  <dc:creator>EARTHUS</dc:creator>
  <cp:lastModifiedBy>EARTHUS</cp:lastModifiedBy>
  <cp:revision>1</cp:revision>
  <dcterms:created xsi:type="dcterms:W3CDTF">2026-09-03T10:57:34Z</dcterms:created>
  <dcterms:modified xsi:type="dcterms:W3CDTF">2026-09-03T10:57:34Z</dcterms:modified>
</cp:coreProperties>
</file>